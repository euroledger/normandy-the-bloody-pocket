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7602" y="2018939"/>
            <a:ext cx="3328931" cy="260488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move to Strategic Reserve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move to 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in In Transit Box make 1 Transport Check per turn (free); successful roll: move to Strategic Reserve or map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Hitler Roll to deploy to map from either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deploy from Strategic Reserve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Strategic Reserve Box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for all)</a:t>
            </a:r>
            <a:endParaRPr lang="en-US" sz="900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3461" y="4176873"/>
            <a:ext cx="3290953" cy="13596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Roll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Box</a:t>
            </a:r>
            <a:endParaRPr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per Panzer Unit/Kampgruppe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Value &gt; 6 less than defense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current resource level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Checks.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70275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Fortify Town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“Fortress”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4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5" y="799198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+2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81255" y="622903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DISPERSAL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86200" y="6384174"/>
            <a:ext cx="3588258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disperse -&gt; reduce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strength by 1 for each Britanny fortress (Brest, Lorient) bypassed (min. 2 strength)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#47 drawn before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Britanny, must disperse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111442" y="780355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37193" y="7917816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End of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Deck or card #25-&gt; </a:t>
            </a:r>
            <a:r>
              <a:rPr lang="en-GB" sz="900" dirty="0"/>
              <a:t>if S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7022510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4417" y="718531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6318</TotalTime>
  <Words>816</Words>
  <Application>Microsoft Office PowerPoint</Application>
  <PresentationFormat>Custom</PresentationFormat>
  <Paragraphs>92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40</cp:revision>
  <dcterms:created xsi:type="dcterms:W3CDTF">2026-02-15T09:03:45Z</dcterms:created>
  <dcterms:modified xsi:type="dcterms:W3CDTF">2026-04-17T10:03:23Z</dcterms:modified>
</cp:coreProperties>
</file>