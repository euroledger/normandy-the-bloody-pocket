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16" autoAdjust="0"/>
    <p:restoredTop sz="94660"/>
  </p:normalViewPr>
  <p:slideViewPr>
    <p:cSldViewPr>
      <p:cViewPr>
        <p:scale>
          <a:sx n="100" d="100"/>
          <a:sy n="100" d="100"/>
        </p:scale>
        <p:origin x="720" y="-13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3025202" y="874128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38339" y="1305923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401093" y="2190858"/>
            <a:ext cx="3328931" cy="177388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Each reinforcement must make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move to Strategic Reserve Box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move to 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in In Transit Box make 1 Transport Check per turn; successful roll allows move to Strategic Reserve or map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Hitler Roll to deploy to map from either box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 deploy from Strategic Reserve to map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 move directly from In Transit to Map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06303" y="3940106"/>
            <a:ext cx="3290953" cy="1341457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</a:t>
            </a:r>
            <a:r>
              <a:rPr lang="en-US" sz="1000" b="1">
                <a:latin typeface="Arial MT"/>
                <a:cs typeface="Arial MT"/>
              </a:rPr>
              <a:t>Panzer Unit </a:t>
            </a:r>
            <a:r>
              <a:rPr lang="en-US" sz="1000" b="1" dirty="0">
                <a:latin typeface="Arial MT"/>
                <a:cs typeface="Arial MT"/>
              </a:rPr>
              <a:t>to Strategic Reserve Box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Roll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42307" y="5288737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Strategic Reserve Box</a:t>
            </a:r>
            <a:endParaRPr sz="900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307708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79687" y="1464453"/>
            <a:ext cx="3588258" cy="134139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Army Battle Value + terrain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DRMs (e.g. Pz Units, Nebelwerfer, Kampfgruppen,, Model)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German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per Panzer Unit/Kampgruppe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loss to Pz units, Nebelwerfers eliminated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29118" y="4032903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Value &gt; 6 less than defense value in Fortress – Declare Siege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Siege Table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76090" y="1356359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304800" y="1329149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6785" y="118319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33718" y="6184353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current resource level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Checks.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28447" y="7053943"/>
            <a:ext cx="3236121" cy="70275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Fortify Town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“Fortress” marker on Town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4 for rest of game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Fortress rules apply, e.g., Siege rules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745" y="7763873"/>
            <a:ext cx="3236121" cy="5309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into Strategic Reserve Box </a:t>
            </a:r>
            <a:endParaRPr lang="en-GB" sz="10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62633" y="2824137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9188" y="2969879"/>
            <a:ext cx="3588258" cy="97462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current value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Resource Checks (never rolls)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09773" y="4692940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47896" y="4872570"/>
            <a:ext cx="3647946" cy="130292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less than defense, defender, takes 1 loss (no advance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equal to defense, defender takes 2 losses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greater than defense, defender takes 2 losses (advance) and if defense contains pz units, Hitler Approval down 1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50232" y="6184668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DISPERSAL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65538" y="6328335"/>
            <a:ext cx="3588258" cy="62068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disperse -&gt; reduce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strength by 1 for each Britanny fortress (Brest, Lorient) bypassed (min. 2 strength)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#47 drawn before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reaches Britanny, must disperse 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97581" y="8545148"/>
            <a:ext cx="2771775" cy="118186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Roll one die for each army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13176" y="8366773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3986785" y="3918523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058944" y="7715562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28413" y="7850111"/>
            <a:ext cx="3825698" cy="111312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Required to 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86297" y="8963236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44355" y="9126500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End of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Deck or card #25-&gt; </a:t>
            </a:r>
            <a:r>
              <a:rPr lang="en-GB" sz="900" dirty="0"/>
              <a:t>if S Caen  and Avranches 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33543" y="6946237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877740" y="7068281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per Panzer Unit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603</TotalTime>
  <Words>769</Words>
  <Application>Microsoft Office PowerPoint</Application>
  <PresentationFormat>Custom</PresentationFormat>
  <Paragraphs>86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MT</vt:lpstr>
      <vt:lpstr>Calibri</vt:lpstr>
      <vt:lpstr>Vinque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23</cp:revision>
  <dcterms:created xsi:type="dcterms:W3CDTF">2026-02-15T09:03:45Z</dcterms:created>
  <dcterms:modified xsi:type="dcterms:W3CDTF">2026-04-01T15:54:31Z</dcterms:modified>
</cp:coreProperties>
</file>