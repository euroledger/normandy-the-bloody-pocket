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>
      <p:cViewPr varScale="1">
        <p:scale>
          <a:sx n="62" d="100"/>
          <a:sy n="62" d="100"/>
        </p:scale>
        <p:origin x="2012" y="5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2988245" y="766944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08059" y="1182770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387602" y="2018939"/>
            <a:ext cx="3328931" cy="227248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Make Transport Check (Success is &lt; Transport Level)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move to Strategic Reserve Box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move to 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in In Transit Box make 1 Transport Check per turn (free); successful roll: move to Strategic Reserve or map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Hitler Roll to deploy to map from either box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 deploy from Strategic Reserve to map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 move directly from In Transit to Map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Kampfgruppen/Nebel/Flak move directly to map or Strategic Reserve box, no rolls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for all)</a:t>
            </a:r>
            <a:r>
              <a:rPr lang="en-US" sz="900" dirty="0">
                <a:latin typeface="Arial MT"/>
                <a:cs typeface="Arial MT"/>
              </a:rPr>
              <a:t> </a:t>
            </a:r>
            <a:endParaRPr lang="en-GB" sz="9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23461" y="4176873"/>
            <a:ext cx="3290953" cy="135960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Panzer Unit to Strategic Reserve Box/Other Units Move 1 space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Roll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22744" y="5528252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Strategic Reserve Box</a:t>
            </a:r>
            <a:endParaRPr sz="900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235853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90693" y="1345183"/>
            <a:ext cx="3588258" cy="193642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Army Battle Value + terrain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DRMs (Pz Units, Nebel, Kampf, Model)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Ger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per Panzer Unit/Kampgruppe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loss to Pz units, Nebelwerfers eliminated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1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unsuccessful</a:t>
            </a: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20" dirty="0">
                <a:latin typeface="Arial MT"/>
                <a:cs typeface="Arial MT"/>
              </a:rPr>
              <a:t>unmodified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roll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of</a:t>
            </a:r>
            <a:r>
              <a:rPr lang="en-US" sz="900" spc="4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6</a:t>
            </a:r>
            <a:r>
              <a:rPr lang="en-US" sz="900" spc="50" dirty="0">
                <a:latin typeface="Arial MT"/>
                <a:cs typeface="Arial MT"/>
              </a:rPr>
              <a:t> </a:t>
            </a:r>
            <a:r>
              <a:rPr lang="en-US" sz="900" spc="20" dirty="0">
                <a:latin typeface="Arial MT"/>
                <a:cs typeface="Arial MT"/>
              </a:rPr>
              <a:t>is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10" dirty="0">
                <a:latin typeface="Arial MT"/>
                <a:cs typeface="Arial MT"/>
              </a:rPr>
              <a:t>always</a:t>
            </a:r>
            <a:r>
              <a:rPr lang="en-US" sz="900" spc="45" dirty="0">
                <a:latin typeface="Arial MT"/>
                <a:cs typeface="Arial MT"/>
              </a:rPr>
              <a:t> </a:t>
            </a:r>
            <a:r>
              <a:rPr lang="en-US" sz="900" spc="-10" dirty="0">
                <a:latin typeface="Arial MT"/>
                <a:cs typeface="Arial MT"/>
              </a:rPr>
              <a:t>successful</a:t>
            </a:r>
            <a:endParaRPr lang="en-US" sz="900" dirty="0">
              <a:latin typeface="Arial MT"/>
              <a:cs typeface="Arial MT"/>
            </a:endParaRPr>
          </a:p>
          <a:p>
            <a:pPr marL="240665" indent="-227965"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lang="en-US"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55585" y="4130689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Value &gt; 6 less than defense value in Fortress – Declare Siege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Siege Table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66641" y="1193494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293898" y="1224170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964" y="66646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42306" y="6387124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current resource level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Checks.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42306" y="7249398"/>
            <a:ext cx="3236121" cy="70275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Fortify Town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“Fortress” marker on Town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4 for rest of game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Fortress rules apply, e.g., Siege rules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745" y="7991989"/>
            <a:ext cx="3236121" cy="5309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into Strategic Reserve Box </a:t>
            </a:r>
            <a:endParaRPr lang="en-GB" sz="10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59367" y="2752669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7946" y="2906264"/>
            <a:ext cx="3588258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Base Value on counter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cards for Resource Checks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+2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6" y="4764419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55585" y="4941689"/>
            <a:ext cx="3647946" cy="130292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&lt; defense, no losses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= defense, not in fortress,  takes 1 loss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greater than defense, defender takes 1 loss (advance) and if pz unit </a:t>
            </a:r>
            <a:r>
              <a:rPr lang="en-US" sz="900" dirty="0" err="1">
                <a:latin typeface="Arial MT"/>
                <a:cs typeface="Arial MT"/>
              </a:rPr>
              <a:t>elimonated</a:t>
            </a:r>
            <a:r>
              <a:rPr lang="en-US" sz="900" dirty="0">
                <a:latin typeface="Arial MT"/>
                <a:cs typeface="Arial MT"/>
              </a:rPr>
              <a:t> Hitler Approval down 1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81255" y="6229039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DISPERSAL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86200" y="6384174"/>
            <a:ext cx="3588258" cy="62068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disperse -&gt; reduce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strength by 1 for each Britanny fortress (Brest, Lorient) bypassed (min. 2 strength)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#47 drawn before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reaches Britanny, must disperse 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62298" y="8772341"/>
            <a:ext cx="2771775" cy="118186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Roll one die for each army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20226" y="8619997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14008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111442" y="7803558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37193" y="7917816"/>
            <a:ext cx="3825698" cy="111312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Required to 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90693" y="9030941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5086" y="9181276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End of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Deck or card #25-&gt; </a:t>
            </a:r>
            <a:r>
              <a:rPr lang="en-GB" sz="900" dirty="0"/>
              <a:t>if S Caen  and Avranches 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81255" y="7022510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914417" y="7185318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per Panzer Unit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3252</TotalTime>
  <Words>823</Words>
  <Application>Microsoft Office PowerPoint</Application>
  <PresentationFormat>Custom</PresentationFormat>
  <Paragraphs>91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MT</vt:lpstr>
      <vt:lpstr>Calibri</vt:lpstr>
      <vt:lpstr>Vinque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35</cp:revision>
  <dcterms:created xsi:type="dcterms:W3CDTF">2026-02-15T09:03:45Z</dcterms:created>
  <dcterms:modified xsi:type="dcterms:W3CDTF">2026-04-14T16:25:03Z</dcterms:modified>
</cp:coreProperties>
</file>