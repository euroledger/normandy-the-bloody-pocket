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62" d="100"/>
          <a:sy n="62" d="100"/>
        </p:scale>
        <p:origin x="2012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redeploy 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6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successful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marker on any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3 </a:t>
            </a:r>
            <a:r>
              <a:rPr lang="en-US" sz="900">
                <a:latin typeface="Arial MT"/>
                <a:cs typeface="Arial"/>
              </a:rPr>
              <a:t>until captured</a:t>
            </a:r>
            <a:endParaRPr lang="en-US"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Cannot be built on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4" y="8094179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341900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St Malo, replace with two corps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goes to Brittany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to Rennes and onwards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111442" y="780355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46702" y="7744476"/>
            <a:ext cx="3825698" cy="14414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</a:t>
            </a:r>
            <a:r>
              <a:rPr lang="en-GB" sz="900"/>
              <a:t>2 </a:t>
            </a:r>
            <a:r>
              <a:rPr lang="en-GB" sz="900" dirty="0"/>
              <a:t>B</a:t>
            </a:r>
            <a:r>
              <a:rPr lang="en-GB" sz="900"/>
              <a:t>rest</a:t>
            </a:r>
            <a:r>
              <a:rPr lang="en-GB" sz="900" dirty="0"/>
              <a:t>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#20-&gt; </a:t>
            </a:r>
            <a:r>
              <a:rPr lang="en-GB" sz="900"/>
              <a:t>if </a:t>
            </a:r>
            <a:r>
              <a:rPr lang="en-GB" sz="900" dirty="0"/>
              <a:t>N</a:t>
            </a:r>
            <a:r>
              <a:rPr lang="en-GB" sz="900"/>
              <a:t> </a:t>
            </a:r>
            <a:r>
              <a:rPr lang="en-GB" sz="900" dirty="0"/>
              <a:t>Caen  </a:t>
            </a:r>
            <a:r>
              <a:rPr lang="en-GB" sz="900"/>
              <a:t>and Avranches </a:t>
            </a:r>
            <a:r>
              <a:rPr lang="en-GB" sz="900" dirty="0"/>
              <a:t>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7022510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914417" y="718531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10516</TotalTime>
  <Words>828</Words>
  <Application>Microsoft Office PowerPoint</Application>
  <PresentationFormat>Custom</PresentationFormat>
  <Paragraphs>96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54</cp:revision>
  <dcterms:created xsi:type="dcterms:W3CDTF">2026-02-15T09:03:45Z</dcterms:created>
  <dcterms:modified xsi:type="dcterms:W3CDTF">2026-04-25T15:18:02Z</dcterms:modified>
</cp:coreProperties>
</file>